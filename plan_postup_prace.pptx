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1ed87583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1ed87583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1ed87583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1ed87583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1ed87583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1ed87583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1ed875838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1ed875838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1ed875838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1ed875838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1ed875838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1ed875838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1ed875838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1ed875838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1ed875838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1ed875838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Open-source desktopová multiplatformová kalendárová aplikácia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4765725" y="42669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Norbert Benko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24.3. 2026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1858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Cieľ práce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280700"/>
            <a:ext cx="7792800" cy="31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Vytvoriť desktopovú kalendárovú aplikáciu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Multiplatformová podpora (Windows, Linux, macOS)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Integrácia s externými aplikáciami (Google Calendar, Outlook Calendar)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Hlavná cieľová funkcionalita: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Vytváranie udalostí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Synchronizácia s externými aplikáciami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Offline režim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3277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Aktuálny stav práce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300950"/>
            <a:ext cx="70305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Z veľkej časti je dokončená implementácia backendu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Hotové časti: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Import/export kalendárových udalostí cez formát json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Komunikácia s Google a Microsoft API cez HTTP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Implementované prihlasovanie cez OAuth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Automatické prihlasovanie používateľa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Databáza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4438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Použité technológie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288350"/>
            <a:ext cx="7030500" cy="30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Aplikácia je písaná v programovacom jazyku C++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Sieťová komunikácia je sprostredkovaná knižnicou Boost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Databáza je implementovaná knižnicou SQLite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Pre frontend bude použitý framework wxWidgets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Aplikácia komunikuje s externými aplikáciami pomocou verejných API: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Google Calendar API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Microsoft Graph API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3019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Návrh riešenia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164625"/>
            <a:ext cx="7030500" cy="3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Hlavné rozdelenie aplikácie: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backend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frontend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Dátový model: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používateľské účty na externých aplikáciách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kalendáre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udalosti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Uloženie dát: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lokálna SQLite databáza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2890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Synchronizácia (aktuálna implementácia)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300950"/>
            <a:ext cx="7030500" cy="3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Synchronizácia medzi: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lokálnou databázou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prepojenými účtami z Google Calendar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prepojenými účtami z Outlook Calendar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Riešené aspekty: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obojsmerná synchronizácia (server -&gt; lokálne aj lokálne -&gt; server)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Aktualizácia zmien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Riešenie konfliktov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4180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Offline režim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1646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Dáta sú uložené lokálne (SQLite)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Lokálne zmeny je možné vykonávať bez internetu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Po pripojení na internet sa dáta zosynchronizujú so serverom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36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Problémy a výzvy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229125"/>
            <a:ext cx="7030500" cy="3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Synchronizácia medzi rôznymi službami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Práca s OAuth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Konzistentnosť dát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Návrh multiplatformového GUI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Zabezpečiť správnu segmentáciu pri veľkých dátach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600"/>
              <a:t>Konkrétne súčasné problémy: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Google API aplikácii nedá prístup bez client secret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Microsoft prihlasovacia služba nedovolí prihlásenie do aplikácie cez univerzitné konto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2116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Ďaľší postup práce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Dokončenie synchronizácie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Vytvorenie funkčného prototypu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Testovanie funkcionality so škálovaním množstva dát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Implementácia frontendu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